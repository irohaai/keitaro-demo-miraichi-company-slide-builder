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販売台数（万台）</c:v>
                </c:pt>
              </c:strCache>
            </c:strRef>
          </c:tx>
          <c:spPr>
            <a:solidFill>
              <a:srgbClr val="EB0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</c:v>
                  </c:pt>
                  <c:pt idx="1">
                    <c:v>北米</c:v>
                  </c:pt>
                  <c:pt idx="2">
                    <c:v>アジア</c:v>
                  </c:pt>
                  <c:pt idx="3">
                    <c:v>中国</c:v>
                  </c:pt>
                  <c:pt idx="4">
                    <c:v>その他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</c:v>
                </c:pt>
                <c:pt idx="1">
                  <c:v>273</c:v>
                </c:pt>
                <c:pt idx="2">
                  <c:v>145</c:v>
                </c:pt>
                <c:pt idx="3">
                  <c:v>179</c:v>
                </c:pt>
                <c:pt idx="4">
                  <c:v>279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595B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8595B"/>
              </a:solidFill>
              <a:latin typeface="Noto Sans JP"/>
              <a:cs typeface="Noto Sans JP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0A1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トヨタ自動車 決算分析レポート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FY2025実績と今後の動向 〜 マルチパスウェイ戦略の現在地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B0A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過去最高売上48兆円を達成しつつも関税・EV転換の逆風に直面。マルチパスウェイ戦略と成長投資で次の100年を切り拓く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58595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FY2025は増収減益（売上+6.5%、営業利益-10.4%）だが、世界販売6年連続首位を維持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5859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EV・HV・水素の全方位戦略で電動化比率46%達成、Woven City正式始動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5859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FY2026は関税影響1,800億円超を織り込み営業利益20.8%減の見通し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0A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業績ハイライト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FY2025 業績概要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719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売上高は過去最高更新も、認証問題・コスト増で増収減益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48.0兆円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営業収益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前年比+6.5% 過去最高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2890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4.8兆円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2890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営業利益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2034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前年比-10.4% 営業利益率9.9%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916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4.77兆円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当期純利益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前年比-3.6%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8942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78942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93.6兆円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8942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総資産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8086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前年比+3.9%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出所: トヨタ自動車 2025年3月期決算短信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地域別販売台数 FY2025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719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世界販売1,027万台で6年連続世界首位。アジア・北米が牽引、中国は前年比-5.9%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463040"/>
            <a:ext cx="2560320" cy="3017520"/>
          </a:xfrm>
          <a:prstGeom prst="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販売動向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アジア324万台（32%）が最大市場。北米273万台（27%）が好調。中国市場はBYD等の競合激化で苦戦。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出所: トヨタ自動車 販売・生産・輸出実績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0A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成長戦略と今後の動向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マルチパスウェイ戦略の展開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719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HV・BEV・水素の全方位で電動化を推進。2030年BEV350万台を目指す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5859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HV/PHEV（主力）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電動車比率46.2%達成。HVが+85万台増で収益の柱。FY2026目標: 電動車比率49.8%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5859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BEV（加速）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bZシリーズ刷新、2026年末までに米国7車種投入。中国でbZ3Xが月9,000台超のヒット。2030年350万台目標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5859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水素/FCEV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乗用車から商用車・産業用へ軸足移動。第3世代FCシステム開発中。大型トラック・バス向けに注力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出所: トヨタ自動車 IR資料、Toyota USA Newsroom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Woven City・SDV戦略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719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2025年9月Woven City正式始動。「クルマ」から「モビリティ・プラットフォーム」企業への転換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EB0A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Woven 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・2025年9月25日に正式始動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・静岡県裾野市、Phase1: 5万m²完成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・約360名が居住開始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・自動運転・ロボット・水素を実証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・FY2026から一般公開予定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58595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SDV / Arene 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・Arene OS: 車載ソフト統合基盤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・OTAアップデートで継続的価値提供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・e-Palette: 自動運転モビリティ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・R&amp;D投資1.33兆円（前年比+8%）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・設備投資2.15兆円（同+7%）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出所: Toyota Global Newsroom, Woven City公式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FY2026 見通しとリスク要因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719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5859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営業利益は前年比20.8%減の3.8兆円見通し。関税・為替が最大の逆風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8C8C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FY2026 業績予想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・売上高: 48.5兆円（+1.0%）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・営業利益: 3.8兆円（-20.8%）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・純利益: 3.1兆円（減益）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・電動車比率: 49.8%目標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・配当: 1株95円（6期連続増配）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463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EB0A1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主要リスク要因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・米国関税: 4-5月で1,800億円影響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・関税累計: FY2026で1.2兆円超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・中国市場: BYD等との価格競争激化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・為替: 円高による収益圧迫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・認証問題: 生産停止リスク継続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出所: トヨタ自動車 FY2026業績見通し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B0A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EB0A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トヨタは過去最高売上と世界首位を維持しつつも、関税・EV転換の構造変化に直面。マルチパスウェイ戦略の実行力が今後の成長の鍵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5859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HV収益基盤を活かしつつBEV投資を加速（2030年350万台目標）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58595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Woven City・Arene OSによるモビリティ・プラットフォーム企業への進化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5859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関税・中国リスクへの対応力（米国生産シフト、現地戦略車投入）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65760" cy="365760"/>
          </a:xfrm>
          <a:prstGeom prst="rect">
            <a:avLst>
              <a:gd name="adj" fmla="val 12500"/>
            </a:avLst>
          </a:prstGeom>
          <a:solidFill>
            <a:srgbClr val="58595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0A1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株主還元: 6期連続増配＋3.2兆円自社株買い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トヨタ自動車 決算分析レポート FY2025</dc:title>
  <dc:subject>PptxGenJS Presentation</dc:subject>
  <dc:creator>Claude Code</dc:creator>
  <cp:lastModifiedBy>Claude Code</cp:lastModifiedBy>
  <cp:revision>1</cp:revision>
  <dcterms:created xsi:type="dcterms:W3CDTF">2026-03-07T12:33:24Z</dcterms:created>
  <dcterms:modified xsi:type="dcterms:W3CDTF">2026-03-07T12:33:24Z</dcterms:modified>
</cp:coreProperties>
</file>